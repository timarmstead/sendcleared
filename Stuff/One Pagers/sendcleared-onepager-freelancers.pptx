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87758618261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863967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47488" y="457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sendcleared.com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02920" y="1051560"/>
            <a:ext cx="2884932" cy="256032"/>
          </a:xfrm>
          <a:prstGeom prst="roundRect">
            <a:avLst>
              <a:gd name="adj" fmla="val 42857"/>
            </a:avLst>
          </a:prstGeom>
          <a:solidFill>
            <a:srgbClr val="FFF3EA"/>
          </a:solidFill>
          <a:ln w="9525">
            <a:solidFill>
              <a:srgbClr val="FA5A1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FREELANCE EMAIL MARKETERS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02920" y="1472184"/>
            <a:ext cx="2880360" cy="475488"/>
          </a:xfrm>
          <a:prstGeom prst="roundRect">
            <a:avLst>
              <a:gd name="adj" fmla="val 11538"/>
            </a:avLst>
          </a:prstGeom>
          <a:solidFill>
            <a:srgbClr val="FA5A1D"/>
          </a:solidFill>
          <a:ln/>
        </p:spPr>
        <p:txBody>
          <a:bodyPr wrap="square" lIns="0" tIns="1524" rIns="1524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Flawless emails.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02920" y="2002536"/>
            <a:ext cx="6556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sign-off.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02920" y="2532888"/>
            <a:ext cx="590062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every client campaign through a 14-point automated QA check, then get a clean, timestamped approval — without chasing “looks good” replies over email or Slack.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3099816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available. </a:t>
            </a:r>
            <a:pPr indent="0" marL="0">
              <a:buNone/>
            </a:pPr>
            <a:r>
              <a:rPr lang="en-US" sz="105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Freelancer plan from $19/mo · unlimited approval links, 5 clients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0" y="3355848"/>
            <a:ext cx="7562088" cy="868680"/>
          </a:xfrm>
          <a:prstGeom prst="rect">
            <a:avLst/>
          </a:prstGeom>
          <a:solidFill>
            <a:srgbClr val="09335E"/>
          </a:solidFill>
          <a:ln/>
        </p:spPr>
      </p:sp>
      <p:sp>
        <p:nvSpPr>
          <p:cNvPr id="10" name="Text 7"/>
          <p:cNvSpPr/>
          <p:nvPr/>
        </p:nvSpPr>
        <p:spPr>
          <a:xfrm>
            <a:off x="0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7160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emails contain at least one error before sending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0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LITMUS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890522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$16k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27682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lost from a single email mistake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90522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ON ACID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781044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918204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test send to full QA report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781044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SENDCLEARED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5671566" y="3447288"/>
            <a:ext cx="18905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08726" y="3776472"/>
            <a:ext cx="161620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D9E2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checks run on every email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671566" y="4041648"/>
            <a:ext cx="18905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SENDCLEARED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502920" y="4425696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WORTH SWITCHING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02920" y="4700016"/>
            <a:ext cx="2063496" cy="2148840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" y="4846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F0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67512" y="5230368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mistakes before your client does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667512" y="5779008"/>
            <a:ext cx="1734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 merge tags, missing alt text, dead links and spam triggers — flagged automatically before you hit send.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67512" y="6519672"/>
            <a:ext cx="955548" cy="237744"/>
          </a:xfrm>
          <a:prstGeom prst="roundRect">
            <a:avLst>
              <a:gd name="adj" fmla="val 19231"/>
            </a:avLst>
          </a:prstGeom>
          <a:solidFill>
            <a:srgbClr val="FF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14-point QA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749296" y="4700016"/>
            <a:ext cx="2063496" cy="2148840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913888" y="4846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F0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913888" y="5230368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record, not just a reply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2913888" y="5779008"/>
            <a:ext cx="1734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approve through a magic link, with a timestamp and their name attached — proof you didn't have before.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913888" y="6519672"/>
            <a:ext cx="955548" cy="237744"/>
          </a:xfrm>
          <a:prstGeom prst="roundRect">
            <a:avLst>
              <a:gd name="adj" fmla="val 19231"/>
            </a:avLst>
          </a:prstGeom>
          <a:solidFill>
            <a:srgbClr val="FF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995672" y="4700016"/>
            <a:ext cx="2063496" cy="2148840"/>
          </a:xfrm>
          <a:prstGeom prst="roundRect">
            <a:avLst>
              <a:gd name="adj" fmla="val 3545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0264" y="48463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8F0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160264" y="5230368"/>
            <a:ext cx="1734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the ESP you already use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160264" y="5779008"/>
            <a:ext cx="1734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Klaviyo, Mailchimp, ActiveCampaign or anything with a “send test” button — add your address once.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60264" y="6519672"/>
            <a:ext cx="681228" cy="237744"/>
          </a:xfrm>
          <a:prstGeom prst="roundRect">
            <a:avLst>
              <a:gd name="adj" fmla="val 19231"/>
            </a:avLst>
          </a:prstGeom>
          <a:solidFill>
            <a:srgbClr val="FFF3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ESP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02920" y="7050024"/>
            <a:ext cx="6556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02920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0080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40080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your test email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40080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your ESP test send to your unique SendCleared inbox.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2176272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313432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2313432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QA report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2313432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automated checks run in ~10 seconds, flagged critical, warning, or pass.</a:t>
            </a:r>
            <a:endParaRPr lang="en-US" sz="780" dirty="0"/>
          </a:p>
        </p:txBody>
      </p:sp>
      <p:sp>
        <p:nvSpPr>
          <p:cNvPr id="47" name="Shape 44"/>
          <p:cNvSpPr/>
          <p:nvPr/>
        </p:nvSpPr>
        <p:spPr>
          <a:xfrm>
            <a:off x="3849624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986784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986784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and re-run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3986784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issues in your ESP, re-send, re-run. Full version history saved.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5522976" y="7324344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5E5E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60136" y="7461504"/>
            <a:ext cx="292608" cy="292608"/>
          </a:xfrm>
          <a:prstGeom prst="ellipse">
            <a:avLst/>
          </a:prstGeom>
          <a:solidFill>
            <a:srgbClr val="FA5A1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660136" y="781812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933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approval link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5660136" y="8220456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80" dirty="0">
                <a:solidFill>
                  <a:srgbClr val="5A5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generates a magic link. Client approves in one tap.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0" y="9363456"/>
            <a:ext cx="7562088" cy="1325880"/>
          </a:xfrm>
          <a:prstGeom prst="rect">
            <a:avLst/>
          </a:prstGeom>
          <a:solidFill>
            <a:srgbClr val="FA5A1D"/>
          </a:solidFill>
          <a:ln/>
        </p:spPr>
      </p:sp>
      <p:sp>
        <p:nvSpPr>
          <p:cNvPr id="56" name="Text 53"/>
          <p:cNvSpPr/>
          <p:nvPr/>
        </p:nvSpPr>
        <p:spPr>
          <a:xfrm>
            <a:off x="0" y="9491472"/>
            <a:ext cx="7562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with confidence.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single time.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946404" y="10021824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ED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first 3 approval links are free. No credit card required. Set up in 2 minutes — just add your SendCleared address to your ESP test list and you're ready to go.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2500884" y="10405872"/>
            <a:ext cx="2560320" cy="27432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A5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for free — no credit card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2026-08-26T15:47:52Z</dcterms:created>
  <dcterms:modified xsi:type="dcterms:W3CDTF">2026-08-26T15:47:52Z</dcterms:modified>
</cp:coreProperties>
</file>