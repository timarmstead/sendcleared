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775861826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639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47488" y="457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sendcleared.com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1051560"/>
            <a:ext cx="2798064" cy="256032"/>
          </a:xfrm>
          <a:prstGeom prst="roundRect">
            <a:avLst>
              <a:gd name="adj" fmla="val 42857"/>
            </a:avLst>
          </a:prstGeom>
          <a:solidFill>
            <a:srgbClr val="FFF3EA"/>
          </a:solidFill>
          <a:ln w="9525">
            <a:solidFill>
              <a:srgbClr val="FA5A1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EMAIL &amp; DIGITAL AGENCIES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1472184"/>
            <a:ext cx="2880360" cy="475488"/>
          </a:xfrm>
          <a:prstGeom prst="roundRect">
            <a:avLst>
              <a:gd name="adj" fmla="val 11538"/>
            </a:avLst>
          </a:prstGeom>
          <a:solidFill>
            <a:srgbClr val="FA5A1D"/>
          </a:solidFill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Flawless emails.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2002536"/>
            <a:ext cx="655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sign-off.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2532888"/>
            <a:ext cx="5900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whole team a single, consistent QA and client sign-off process — regardless of which ESP each client sends from.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099816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available. </a:t>
            </a:r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Agency plan from $49/mo · 20 client inboxes, 3 team seats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3355848"/>
            <a:ext cx="7562088" cy="868680"/>
          </a:xfrm>
          <a:prstGeom prst="rect">
            <a:avLst/>
          </a:prstGeom>
          <a:solidFill>
            <a:srgbClr val="09335E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emails contain at least one error before sending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0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LITMUS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890522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27682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lost from a single email mistake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90522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ON ACID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781044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918204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test send to full QA report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81044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671566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8726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run on every email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71566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02920" y="4425696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WORTH SWITCHING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hub, any ESP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7512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Klaviyo here, Mailchimp there — SendCleared sits above all of them, so your process never fragments client by client.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7512" y="6519672"/>
            <a:ext cx="68122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ESP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749296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13888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913888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accountability chain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913888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QA, account manager review, and client approval — all logged, timestamped, and visible to your team.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913888" y="6519672"/>
            <a:ext cx="129844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seats included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95672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0264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60264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trail that holds up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160264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client asks “did we actually approve this,” you have a real answer — not a Slack scroll.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60264" y="6519672"/>
            <a:ext cx="95554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7050024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02920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0080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client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0080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persistent inbox address per client, added to their ESP's test list once.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2176272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13432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313432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runs automatically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2313432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automated checks run on every test send, visible to your whole team.</a:t>
            </a:r>
            <a:endParaRPr lang="en-US" sz="780" dirty="0"/>
          </a:p>
        </p:txBody>
      </p:sp>
      <p:sp>
        <p:nvSpPr>
          <p:cNvPr id="47" name="Shape 44"/>
          <p:cNvSpPr/>
          <p:nvPr/>
        </p:nvSpPr>
        <p:spPr>
          <a:xfrm>
            <a:off x="3849624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986784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986784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and re-run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986784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issues in the ESP, re-send, re-run — full version history per client.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5522976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0136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660136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signs off, you're covered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660136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magic approval link replaces the Slack thread, timestamped and on record.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0" y="9363456"/>
            <a:ext cx="7562088" cy="1325880"/>
          </a:xfrm>
          <a:prstGeom prst="rect">
            <a:avLst/>
          </a:prstGeom>
          <a:solidFill>
            <a:srgbClr val="FA5A1D"/>
          </a:solidFill>
          <a:ln/>
        </p:spPr>
      </p:sp>
      <p:sp>
        <p:nvSpPr>
          <p:cNvPr id="56" name="Text 53"/>
          <p:cNvSpPr/>
          <p:nvPr/>
        </p:nvSpPr>
        <p:spPr>
          <a:xfrm>
            <a:off x="0" y="9491472"/>
            <a:ext cx="7562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with confidence.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time.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46404" y="100218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3 approval links are free. No credit card required. Set up in 2 minutes — just add your SendCleared address to your ESP test list and you're ready to go.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2500884" y="10405872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for free — no credit card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2026-08-26T15:47:52Z</dcterms:created>
  <dcterms:modified xsi:type="dcterms:W3CDTF">2026-08-26T15:47:52Z</dcterms:modified>
</cp:coreProperties>
</file>